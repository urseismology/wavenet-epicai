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7" r:id="rId4"/>
    <p:sldId id="259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1" autoAdjust="0"/>
    <p:restoredTop sz="94660"/>
  </p:normalViewPr>
  <p:slideViewPr>
    <p:cSldViewPr snapToGrid="0">
      <p:cViewPr>
        <p:scale>
          <a:sx n="62" d="100"/>
          <a:sy n="62" d="100"/>
        </p:scale>
        <p:origin x="1233" y="6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96DC6-35B5-4C20-9791-103D14031538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7E27C-D1B5-4D07-A5CF-6A23ABB3D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7982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96DC6-35B5-4C20-9791-103D14031538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7E27C-D1B5-4D07-A5CF-6A23ABB3D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5492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96DC6-35B5-4C20-9791-103D14031538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7E27C-D1B5-4D07-A5CF-6A23ABB3D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6013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96DC6-35B5-4C20-9791-103D14031538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7E27C-D1B5-4D07-A5CF-6A23ABB3D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6565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96DC6-35B5-4C20-9791-103D14031538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7E27C-D1B5-4D07-A5CF-6A23ABB3D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2965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96DC6-35B5-4C20-9791-103D14031538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7E27C-D1B5-4D07-A5CF-6A23ABB3D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7335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96DC6-35B5-4C20-9791-103D14031538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7E27C-D1B5-4D07-A5CF-6A23ABB3D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5113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96DC6-35B5-4C20-9791-103D14031538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7E27C-D1B5-4D07-A5CF-6A23ABB3D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372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96DC6-35B5-4C20-9791-103D14031538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7E27C-D1B5-4D07-A5CF-6A23ABB3D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0354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96DC6-35B5-4C20-9791-103D14031538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7E27C-D1B5-4D07-A5CF-6A23ABB3D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7790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96DC6-35B5-4C20-9791-103D14031538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A7E27C-D1B5-4D07-A5CF-6A23ABB3D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0206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1D396DC6-35B5-4C20-9791-103D14031538}" type="datetimeFigureOut">
              <a:rPr lang="en-US" smtClean="0"/>
              <a:t>7/13/2026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75A7E27C-D1B5-4D07-A5CF-6A23ABB3D4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6309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4D70F801-FB5E-C4F8-8B55-550B927A91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767" y="1613886"/>
            <a:ext cx="11852465" cy="3265475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D6FCCBD0-2C67-DBC4-B449-F498EB8695B5}"/>
              </a:ext>
            </a:extLst>
          </p:cNvPr>
          <p:cNvSpPr/>
          <p:nvPr/>
        </p:nvSpPr>
        <p:spPr>
          <a:xfrm>
            <a:off x="0" y="0"/>
            <a:ext cx="12192000" cy="11141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50025CB-59A3-8F2A-43F1-6ADDA2B9D773}"/>
              </a:ext>
            </a:extLst>
          </p:cNvPr>
          <p:cNvSpPr txBox="1"/>
          <p:nvPr/>
        </p:nvSpPr>
        <p:spPr>
          <a:xfrm>
            <a:off x="268940" y="315044"/>
            <a:ext cx="4656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Metadata Pipeline </a:t>
            </a:r>
          </a:p>
        </p:txBody>
      </p:sp>
    </p:spTree>
    <p:extLst>
      <p:ext uri="{BB962C8B-B14F-4D97-AF65-F5344CB8AC3E}">
        <p14:creationId xmlns:p14="http://schemas.microsoft.com/office/powerpoint/2010/main" val="33961209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6F3834-41B6-347C-5D19-CD49E74AF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A29BC844-71F2-2BE6-BA97-DD26E5D1CD48}"/>
              </a:ext>
            </a:extLst>
          </p:cNvPr>
          <p:cNvSpPr/>
          <p:nvPr/>
        </p:nvSpPr>
        <p:spPr>
          <a:xfrm>
            <a:off x="0" y="0"/>
            <a:ext cx="12192000" cy="11141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385EED4-3792-61C8-D876-981DBC214D73}"/>
              </a:ext>
            </a:extLst>
          </p:cNvPr>
          <p:cNvSpPr txBox="1"/>
          <p:nvPr/>
        </p:nvSpPr>
        <p:spPr>
          <a:xfrm>
            <a:off x="268940" y="315044"/>
            <a:ext cx="4656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Metadata Pipeline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C936CDA-614F-977E-BA78-BB3E48F94D7E}"/>
              </a:ext>
            </a:extLst>
          </p:cNvPr>
          <p:cNvSpPr/>
          <p:nvPr/>
        </p:nvSpPr>
        <p:spPr>
          <a:xfrm>
            <a:off x="837559" y="1612366"/>
            <a:ext cx="3639440" cy="431970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4EEF0E3-07F6-31DD-FE0A-5FB29DE45F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3860" y="1977176"/>
            <a:ext cx="4072741" cy="13884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667EF2E-5194-BE8D-A8B9-5E8A9C8597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3861" y="3875908"/>
            <a:ext cx="6870810" cy="111418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2B63320-C9C9-671A-1D6D-5CDF22847DD7}"/>
              </a:ext>
            </a:extLst>
          </p:cNvPr>
          <p:cNvSpPr txBox="1"/>
          <p:nvPr/>
        </p:nvSpPr>
        <p:spPr>
          <a:xfrm>
            <a:off x="5167021" y="3598909"/>
            <a:ext cx="14434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aseline="-25000" dirty="0"/>
              <a:t>Gridmeta pairs: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2E9C3FE-40C6-E5F8-EA1E-38AC5F9E7549}"/>
              </a:ext>
            </a:extLst>
          </p:cNvPr>
          <p:cNvSpPr txBox="1"/>
          <p:nvPr/>
        </p:nvSpPr>
        <p:spPr>
          <a:xfrm>
            <a:off x="5167021" y="1612366"/>
            <a:ext cx="14434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aseline="-25000" dirty="0"/>
              <a:t>S3_inventory: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FCD9178-5236-E951-0826-3E8C7E699AD8}"/>
              </a:ext>
            </a:extLst>
          </p:cNvPr>
          <p:cNvSpPr txBox="1"/>
          <p:nvPr/>
        </p:nvSpPr>
        <p:spPr>
          <a:xfrm>
            <a:off x="837558" y="1700176"/>
            <a:ext cx="363943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baseline="-25000" dirty="0"/>
              <a:t>S3_inventory:</a:t>
            </a:r>
          </a:p>
          <a:p>
            <a:endParaRPr lang="en-US" b="1" u="sng" baseline="-25000" dirty="0"/>
          </a:p>
          <a:p>
            <a:r>
              <a:rPr lang="en-US" baseline="-25000" dirty="0"/>
              <a:t>Scan S3 bucket + populate metadata using FSDN </a:t>
            </a:r>
            <a:r>
              <a:rPr lang="en-US" baseline="-25000" dirty="0" err="1"/>
              <a:t>earthscope</a:t>
            </a:r>
            <a:r>
              <a:rPr lang="en-US" baseline="-25000" dirty="0"/>
              <a:t> client</a:t>
            </a:r>
          </a:p>
          <a:p>
            <a:pPr marL="285750" indent="-285750">
              <a:buFontTx/>
              <a:buChar char="-"/>
            </a:pPr>
            <a:endParaRPr lang="en-US" baseline="-25000" dirty="0"/>
          </a:p>
          <a:p>
            <a:pPr marL="285750" indent="-285750">
              <a:buFontTx/>
              <a:buChar char="-"/>
            </a:pPr>
            <a:endParaRPr lang="en-US" baseline="-25000" dirty="0"/>
          </a:p>
          <a:p>
            <a:r>
              <a:rPr lang="en-US" b="1" u="sng" baseline="-25000" dirty="0" err="1"/>
              <a:t>build_key_index</a:t>
            </a:r>
            <a:r>
              <a:rPr lang="en-US" b="1" u="sng" baseline="-25000" dirty="0"/>
              <a:t>: </a:t>
            </a:r>
          </a:p>
          <a:p>
            <a:endParaRPr lang="en-US" b="1" u="sng" baseline="-25000" dirty="0"/>
          </a:p>
          <a:p>
            <a:r>
              <a:rPr lang="en-US" baseline="-25000" dirty="0"/>
              <a:t>Paginates through S3 bucket and saves to parquet</a:t>
            </a:r>
          </a:p>
          <a:p>
            <a:pPr marL="285750" indent="-285750">
              <a:buFontTx/>
              <a:buChar char="-"/>
            </a:pPr>
            <a:endParaRPr lang="en-US" baseline="-25000" dirty="0"/>
          </a:p>
          <a:p>
            <a:r>
              <a:rPr lang="en-US" b="1" u="sng" baseline="-25000" dirty="0"/>
              <a:t>Gridmeta:</a:t>
            </a:r>
          </a:p>
          <a:p>
            <a:r>
              <a:rPr lang="en-US" baseline="-25000" dirty="0"/>
              <a:t> </a:t>
            </a:r>
          </a:p>
          <a:p>
            <a:r>
              <a:rPr lang="en-US" baseline="-25000" dirty="0"/>
              <a:t>Through immense filtering generates station pairs of which are used in the CC step</a:t>
            </a:r>
          </a:p>
          <a:p>
            <a:endParaRPr lang="en-US" baseline="-25000" dirty="0"/>
          </a:p>
        </p:txBody>
      </p:sp>
    </p:spTree>
    <p:extLst>
      <p:ext uri="{BB962C8B-B14F-4D97-AF65-F5344CB8AC3E}">
        <p14:creationId xmlns:p14="http://schemas.microsoft.com/office/powerpoint/2010/main" val="29087389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1DE569-958A-6B96-D4C8-90F880DF3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620F67E6-3511-4171-D428-27549AD4B56C}"/>
              </a:ext>
            </a:extLst>
          </p:cNvPr>
          <p:cNvSpPr/>
          <p:nvPr/>
        </p:nvSpPr>
        <p:spPr>
          <a:xfrm>
            <a:off x="0" y="0"/>
            <a:ext cx="12192000" cy="11141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34D3FF8-97BB-71D6-46C4-9CCEF1E3140C}"/>
              </a:ext>
            </a:extLst>
          </p:cNvPr>
          <p:cNvSpPr txBox="1"/>
          <p:nvPr/>
        </p:nvSpPr>
        <p:spPr>
          <a:xfrm>
            <a:off x="268940" y="315044"/>
            <a:ext cx="4656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CC Pipeline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6FAF356-B68B-2895-DC14-7F1BE84F9E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634" y="2353434"/>
            <a:ext cx="11980366" cy="247213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0A453B3-DFAF-3946-9325-E2ABB87EE7C8}"/>
              </a:ext>
            </a:extLst>
          </p:cNvPr>
          <p:cNvSpPr txBox="1"/>
          <p:nvPr/>
        </p:nvSpPr>
        <p:spPr>
          <a:xfrm>
            <a:off x="5824497" y="2604888"/>
            <a:ext cx="15291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.\</a:t>
            </a:r>
            <a:r>
              <a:rPr lang="en-US" sz="1400" dirty="0" err="1"/>
              <a:t>NCF_Output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9438384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583DA-8610-A27B-B31D-8917F753E9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AE5C3D27-76F7-9D7F-CC72-19C344D19E07}"/>
              </a:ext>
            </a:extLst>
          </p:cNvPr>
          <p:cNvSpPr/>
          <p:nvPr/>
        </p:nvSpPr>
        <p:spPr>
          <a:xfrm>
            <a:off x="0" y="0"/>
            <a:ext cx="12192000" cy="11141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3FCD55F-982C-2F53-5575-4D97EA69D8E6}"/>
              </a:ext>
            </a:extLst>
          </p:cNvPr>
          <p:cNvSpPr txBox="1"/>
          <p:nvPr/>
        </p:nvSpPr>
        <p:spPr>
          <a:xfrm>
            <a:off x="268940" y="315044"/>
            <a:ext cx="4656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CC Pipeline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ABBD3C2-C914-230C-1F85-A13E2ADA65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940" y="1555696"/>
            <a:ext cx="11665882" cy="305472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38CF867-234A-6646-3F1C-A646D40975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7801" y="4648184"/>
            <a:ext cx="6277021" cy="2209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9727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7B9D1D-7A8E-57CB-1B71-BB29A7344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A39344F-3DCE-EABE-4B23-F09F6F0D972B}"/>
              </a:ext>
            </a:extLst>
          </p:cNvPr>
          <p:cNvSpPr/>
          <p:nvPr/>
        </p:nvSpPr>
        <p:spPr>
          <a:xfrm>
            <a:off x="0" y="0"/>
            <a:ext cx="12192000" cy="11141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DB27749-3E68-7416-28C3-939DB52CAA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153" y="1013160"/>
            <a:ext cx="5595165" cy="509328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9F57A93-5926-9FAD-CC63-244E45B9F2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8453" y="1013160"/>
            <a:ext cx="5595165" cy="50932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8978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7B9D1D-7A8E-57CB-1B71-BB29A7344C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A39344F-3DCE-EABE-4B23-F09F6F0D972B}"/>
              </a:ext>
            </a:extLst>
          </p:cNvPr>
          <p:cNvSpPr/>
          <p:nvPr/>
        </p:nvSpPr>
        <p:spPr>
          <a:xfrm>
            <a:off x="0" y="0"/>
            <a:ext cx="12192000" cy="11141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2A67491-3DF5-47C3-7B91-EB6D4D487D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0629" y="160714"/>
            <a:ext cx="6850741" cy="62362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864AB4F-98AC-B6CD-2A10-F00CB87B07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3169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8E112B-99D8-E927-A31A-189528B5F8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61D880D8-C545-72B4-FD4C-10CD856FB5EB}"/>
              </a:ext>
            </a:extLst>
          </p:cNvPr>
          <p:cNvSpPr/>
          <p:nvPr/>
        </p:nvSpPr>
        <p:spPr>
          <a:xfrm>
            <a:off x="0" y="0"/>
            <a:ext cx="12192000" cy="111418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CF32802-CFA6-EFB8-A611-D56A2C5CB978}"/>
              </a:ext>
            </a:extLst>
          </p:cNvPr>
          <p:cNvSpPr txBox="1"/>
          <p:nvPr/>
        </p:nvSpPr>
        <p:spPr>
          <a:xfrm>
            <a:off x="268940" y="315044"/>
            <a:ext cx="4656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ML Pipeline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80FFAC-889A-B006-A12C-526819BD99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0577" y="1053556"/>
            <a:ext cx="7267326" cy="5312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82349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282</TotalTime>
  <Words>66</Words>
  <Application>Microsoft Office PowerPoint</Application>
  <PresentationFormat>Widescreen</PresentationFormat>
  <Paragraphs>20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 p</dc:creator>
  <cp:lastModifiedBy>chris p</cp:lastModifiedBy>
  <cp:revision>1</cp:revision>
  <dcterms:created xsi:type="dcterms:W3CDTF">2026-07-13T13:03:11Z</dcterms:created>
  <dcterms:modified xsi:type="dcterms:W3CDTF">2026-07-13T17:45:28Z</dcterms:modified>
</cp:coreProperties>
</file>